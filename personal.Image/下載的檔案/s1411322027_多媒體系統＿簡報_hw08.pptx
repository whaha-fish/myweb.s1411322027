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3" r:id="rId8"/>
    <p:sldId id="262" r:id="rId9"/>
    <p:sldId id="259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255FD52-3C0B-4575-B388-A3975DC73F24}">
          <p14:sldIdLst>
            <p14:sldId id="256"/>
            <p14:sldId id="257"/>
            <p14:sldId id="258"/>
            <p14:sldId id="264"/>
            <p14:sldId id="260"/>
            <p14:sldId id="261"/>
            <p14:sldId id="263"/>
            <p14:sldId id="262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E0000"/>
    <a:srgbClr val="AC7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9EE28D-FD5D-4FE6-AA2E-06DA537E0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43D077-4382-40C4-B812-72C35841D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B61BF-4D16-44A1-8FD2-85DEF18C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EA9CD3-7E83-4CAA-8711-0F3514EE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CF63D8-4AA4-4B24-AC01-5608471F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9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9B17F-94CA-4C45-B8B7-5D91A012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DE8DB-2588-4F24-827D-DF805792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AD191C-16D6-4678-9EEE-0D5865EB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97843A-2E10-4D04-99E3-39491B17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BD701D-8996-4CA7-A2AC-3667C2A6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58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288C2-122B-4A9F-8A02-3BBBEF0A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A20654-6752-40E8-9F5D-55916E61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B4A1E3-A49D-47B1-8E58-E16C3DB7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FD2C2-8EC8-428A-A47E-D527B0F9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BA33D4-D811-4F01-95AA-E2890A25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70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297FAE-281C-4BA7-A8E5-2A121543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0B5A04-DDD5-4B41-AF9B-EF4CD6BF5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11611E8-2E9E-4266-98BB-CC65E5A8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FEED78-CFE6-4D74-92D5-3F23CCC9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71F4D2-BA60-4B30-8185-57DCD254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486B96-13BA-4E64-B68E-9F343844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B2781-5432-49F8-A662-C5C865F4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B18F4-5E15-4DC0-ABC3-54C6C931E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01377D-D8BA-4FB4-9C61-7A9CEDBB4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45DBA9D-D1AB-48AA-A056-7D3715258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4C729E-7EAB-4BB2-8554-F97782FFE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19BA70-E05F-416B-90B9-A9506FEE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91CF09D-D384-4E05-B4B3-98B00D26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FE0920D-3D70-4A68-AECC-F2492286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11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11EB46-4182-4F47-A871-DA29F133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55E572-1847-4F20-A6B8-C7E72702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FA8DB8-B7B3-4DF2-9F4E-B84034BC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4961C7-7E35-48CD-9578-68D8789E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81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EA50D4-B6CA-406D-8F16-AF55F248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F4A6F8-4A1B-4E3A-B060-FFF4C81D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F7A85D-131E-461E-880D-FAEC724D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86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C1B817-9446-4AA2-91FD-EE6ABD29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707F37-0ECF-4124-AC40-C43BA0979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F62877-363F-457D-9816-C78EACC1F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8C2BF4-2256-418C-9FCF-132321D3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022126-DE76-4B44-A19D-2F16D913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4064FB-1546-4DFC-A83E-A1D3D74D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4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F99635-F3E1-48B6-96C4-69A2AD72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7270850-2FD0-4481-A409-1914FB95D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9EFE3-EE24-4F7F-9B18-45248A8A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1B1184-0DB7-48B0-B53F-7470F956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8769D1-B4F2-4FF5-B330-CBE5046D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DAC604-C412-4E20-8E6F-C8DC762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21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80291-8383-47EC-B9FC-873B9889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6552C3-018D-4827-9D99-2F7881910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C03FE1-D790-4F6C-8459-D317B1B9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C5080A-51E5-4D84-9343-E71C38F3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B4EADF-CD86-4B01-B46F-D05A8CCF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552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17CB427-0A91-40D9-8106-44C00578E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3801CA-2787-4087-ABC5-8C1B4A23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C6BE3F-B9F8-47B8-B913-F7DA5619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932AC9-AAF4-4055-A27D-F4B234B9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CE7841-7E2D-43F9-97F1-CA03B219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47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D1AACC-60A3-4EC0-91E8-71BC19DC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FEDAA4-936B-4C8E-838F-0E4632A6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8C6BD7-263D-464F-A792-BF74B8EB4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B721-4157-44AD-8E9F-7AF21C38F9B0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734749-C2BD-4C19-AFB0-42447D19A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A224BD-0DB8-4D72-B1D4-F30B625A5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52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0E1AD-7C15-4251-B398-4454B683A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黑玫瑰的詛咒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endParaRPr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01C5284-6A21-4582-AB35-05023CAD2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5772"/>
            <a:ext cx="9144000" cy="1122028"/>
          </a:xfrm>
        </p:spPr>
        <p:txBody>
          <a:bodyPr/>
          <a:lstStyle/>
          <a:p>
            <a:r>
              <a:rPr lang="zh-TW" altLang="en-US" sz="2400" dirty="0"/>
              <a:t>恐怖故事解謎</a:t>
            </a:r>
            <a:endParaRPr lang="en-US" altLang="zh-TW" sz="2400" dirty="0"/>
          </a:p>
          <a:p>
            <a:r>
              <a:rPr lang="zh-TW" altLang="en-US" sz="1600" dirty="0"/>
              <a:t>進度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/>
              <a:t>75%</a:t>
            </a:r>
            <a:endParaRPr lang="en-US" altLang="zh-TW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EC843E-D554-444D-A88D-6B5BB24758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8344759" y="4230094"/>
            <a:ext cx="3311851" cy="22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4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9761F9E-33BC-4628-9096-ED49885D35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90" r="474" b="10038"/>
          <a:stretch/>
        </p:blipFill>
        <p:spPr>
          <a:xfrm>
            <a:off x="0" y="3951515"/>
            <a:ext cx="12192001" cy="2906486"/>
          </a:xfrm>
          <a:prstGeom prst="rect">
            <a:avLst/>
          </a:prstGeom>
          <a:noFill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TW" altLang="en-US" dirty="0"/>
              <a:t>遊戲大綱：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636"/>
            <a:ext cx="10515600" cy="25788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000" dirty="0"/>
              <a:t>一位偵探前往傳說中的古堡調查古堡的真相，然而越深入裡面，他發現各種怪異的生物，</a:t>
            </a:r>
            <a:r>
              <a:rPr lang="zh-TW" altLang="en-US" sz="2000" kern="900" dirty="0"/>
              <a:t>「它們又從何而來</a:t>
            </a:r>
            <a:r>
              <a:rPr lang="en-US" altLang="zh-TW" sz="2000" kern="900" dirty="0"/>
              <a:t>……</a:t>
            </a:r>
            <a:r>
              <a:rPr lang="zh-TW" altLang="en-US" sz="2000" kern="900" dirty="0"/>
              <a:t>」。偵探又該如何一邊躲避怪物一邊尋找詛咒的真相？</a:t>
            </a:r>
            <a:endParaRPr lang="en-US" altLang="zh-TW" sz="2000" kern="9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TW" sz="2000" dirty="0"/>
            </a:br>
            <a:r>
              <a:rPr lang="zh-TW" altLang="en-US" sz="2000" dirty="0"/>
              <a:t>隨著偵探更深入的探索，他了解到那些怪物是由當時被關在城堡中的女性們所轉變的，偵探在最後該揭露真相還是隱瞞現實？</a:t>
            </a:r>
          </a:p>
        </p:txBody>
      </p:sp>
    </p:spTree>
    <p:extLst>
      <p:ext uri="{BB962C8B-B14F-4D97-AF65-F5344CB8AC3E}">
        <p14:creationId xmlns:p14="http://schemas.microsoft.com/office/powerpoint/2010/main" val="1095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TW" altLang="en-US" dirty="0"/>
              <a:t>玩法介紹：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第一人稱視角  </a:t>
            </a:r>
            <a:r>
              <a:rPr lang="en-US" altLang="zh-TW" dirty="0"/>
              <a:t>/ 3D</a:t>
            </a:r>
            <a:r>
              <a:rPr lang="zh-TW" altLang="en-US" dirty="0"/>
              <a:t>  </a:t>
            </a:r>
            <a:r>
              <a:rPr lang="en-US" altLang="zh-TW" dirty="0"/>
              <a:t>/ PC</a:t>
            </a:r>
            <a:br>
              <a:rPr lang="en-US" altLang="zh-TW" dirty="0"/>
            </a:br>
            <a:r>
              <a:rPr lang="en-US" altLang="zh-TW" dirty="0"/>
              <a:t>WASD</a:t>
            </a:r>
            <a:r>
              <a:rPr lang="zh-TW" altLang="en-US" dirty="0"/>
              <a:t>移動 左</a:t>
            </a:r>
            <a:r>
              <a:rPr lang="en-US" altLang="zh-TW" dirty="0"/>
              <a:t>Ctrl</a:t>
            </a:r>
            <a:r>
              <a:rPr lang="zh-TW" altLang="en-US" dirty="0"/>
              <a:t>蹲下 左</a:t>
            </a:r>
            <a:r>
              <a:rPr lang="en-US" altLang="zh-TW" dirty="0"/>
              <a:t>Shift</a:t>
            </a:r>
            <a:r>
              <a:rPr lang="zh-TW" altLang="en-US" dirty="0"/>
              <a:t>跑步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物品使用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/>
              <a:t>QE</a:t>
            </a:r>
            <a:r>
              <a:rPr lang="zh-TW" altLang="en-US" dirty="0"/>
              <a:t>切換物品  </a:t>
            </a:r>
            <a:r>
              <a:rPr lang="en-US" altLang="zh-TW" dirty="0"/>
              <a:t>F</a:t>
            </a:r>
            <a:r>
              <a:rPr lang="zh-TW" altLang="en-US" dirty="0"/>
              <a:t>撿起</a:t>
            </a:r>
            <a:r>
              <a:rPr lang="en-US" altLang="zh-TW" dirty="0"/>
              <a:t>/</a:t>
            </a:r>
            <a:r>
              <a:rPr lang="zh-TW" altLang="en-US" dirty="0"/>
              <a:t>互動  滑鼠右鍵使用物品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472C47-F40B-4737-8C56-FECFF52A85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90" r="474" b="10038"/>
          <a:stretch/>
        </p:blipFill>
        <p:spPr>
          <a:xfrm>
            <a:off x="0" y="3951515"/>
            <a:ext cx="12192001" cy="290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0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3B9FD08-B558-4D38-A166-BFF977FA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"/>
            <a:ext cx="2668398" cy="1325563"/>
          </a:xfrm>
        </p:spPr>
        <p:txBody>
          <a:bodyPr/>
          <a:lstStyle/>
          <a:p>
            <a:r>
              <a:rPr lang="zh-TW" altLang="en-US" dirty="0"/>
              <a:t>流程圖：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EF44F24A-9EEA-4BA2-A606-E71A1366FC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10066352" y="5431108"/>
            <a:ext cx="1781090" cy="121288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3761448-0BBA-4E75-B5FB-34F809C66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CCA2B-AEEE-4506-8231-C2BD2AD1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96"/>
            <a:ext cx="10515600" cy="851279"/>
          </a:xfrm>
        </p:spPr>
        <p:txBody>
          <a:bodyPr/>
          <a:lstStyle/>
          <a:p>
            <a:r>
              <a:rPr lang="zh-TW" altLang="en-US" dirty="0"/>
              <a:t>角色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角色參考舊世紀獵巫</a:t>
            </a:r>
            <a:r>
              <a:rPr lang="en-US" altLang="zh-TW" dirty="0"/>
              <a:t>+</a:t>
            </a:r>
            <a:r>
              <a:rPr lang="zh-TW" altLang="en-US" dirty="0"/>
              <a:t>驅魔師</a:t>
            </a:r>
            <a:endParaRPr lang="en-US" altLang="zh-TW" dirty="0"/>
          </a:p>
        </p:txBody>
      </p:sp>
      <p:pic>
        <p:nvPicPr>
          <p:cNvPr id="4098" name="Picture 2" descr="塞勒姆審巫案- 維基百科，自由的百科全書">
            <a:extLst>
              <a:ext uri="{FF2B5EF4-FFF2-40B4-BE49-F238E27FC236}">
                <a16:creationId xmlns:a16="http://schemas.microsoft.com/office/drawing/2014/main" id="{A3C83E34-8A81-4F5C-BB66-6303FDFB1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750" y="550081"/>
            <a:ext cx="2789540" cy="193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邪灵退散! 浅谈欧洲史上的驱魔文化_魔鬼">
            <a:extLst>
              <a:ext uri="{FF2B5EF4-FFF2-40B4-BE49-F238E27FC236}">
                <a16:creationId xmlns:a16="http://schemas.microsoft.com/office/drawing/2014/main" id="{36F3A87B-6B46-4954-B33F-2700B6266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8065534" y="2584173"/>
            <a:ext cx="3665807" cy="398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B4D4CA6-42DC-4728-83DE-6E3D71219D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45"/>
          <a:stretch/>
        </p:blipFill>
        <p:spPr>
          <a:xfrm>
            <a:off x="838200" y="1720593"/>
            <a:ext cx="4015409" cy="486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3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CCA2B-AEEE-4506-8231-C2BD2AD1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422"/>
            <a:ext cx="10515600" cy="851279"/>
          </a:xfrm>
        </p:spPr>
        <p:txBody>
          <a:bodyPr/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9962429-3025-4B37-B029-0B76885835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676" y="1497274"/>
            <a:ext cx="6786308" cy="5089731"/>
          </a:xfrm>
        </p:spPr>
      </p:pic>
      <p:pic>
        <p:nvPicPr>
          <p:cNvPr id="1026" name="Picture 2" descr="胃- 維基百科，自由的百科全書">
            <a:extLst>
              <a:ext uri="{FF2B5EF4-FFF2-40B4-BE49-F238E27FC236}">
                <a16:creationId xmlns:a16="http://schemas.microsoft.com/office/drawing/2014/main" id="{C8F8C32D-5977-49E7-9CD1-A7511FC48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7744"/>
            <a:ext cx="1716487" cy="189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黑寡妇蜘蛛到底有多毒？如果被它咬了该怎么办？_搜狐网">
            <a:extLst>
              <a:ext uri="{FF2B5EF4-FFF2-40B4-BE49-F238E27FC236}">
                <a16:creationId xmlns:a16="http://schemas.microsoft.com/office/drawing/2014/main" id="{D1836FEE-167B-4B7A-BB9F-1D7E56393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8" t="5514" r="17370" b="25067"/>
          <a:stretch/>
        </p:blipFill>
        <p:spPr bwMode="auto">
          <a:xfrm>
            <a:off x="1862356" y="4563610"/>
            <a:ext cx="2902592" cy="17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13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8F50F84-D4AC-4AEE-8708-B84A07A0C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74" y="1088471"/>
            <a:ext cx="6638490" cy="4978868"/>
          </a:xfrm>
          <a:prstGeom prst="rect">
            <a:avLst/>
          </a:prstGeom>
        </p:spPr>
      </p:pic>
      <p:pic>
        <p:nvPicPr>
          <p:cNvPr id="2052" name="Picture 4" descr="保養品能多深入皮膚? 先認識我們的皮膚結構">
            <a:extLst>
              <a:ext uri="{FF2B5EF4-FFF2-40B4-BE49-F238E27FC236}">
                <a16:creationId xmlns:a16="http://schemas.microsoft.com/office/drawing/2014/main" id="{DBCA1892-65CF-48D9-B6A8-9C0AD113EE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3" r="27235"/>
          <a:stretch/>
        </p:blipFill>
        <p:spPr bwMode="auto">
          <a:xfrm>
            <a:off x="1853966" y="2067683"/>
            <a:ext cx="3296873" cy="258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墨西哥艺术家制作恐怖&quot;人皮地毯&quot; 呼吁抵制暴力(组图) -国际频道-新华网">
            <a:extLst>
              <a:ext uri="{FF2B5EF4-FFF2-40B4-BE49-F238E27FC236}">
                <a16:creationId xmlns:a16="http://schemas.microsoft.com/office/drawing/2014/main" id="{75E2161D-81B7-4763-8A1B-F32E45F8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16" y="4181369"/>
            <a:ext cx="3002813" cy="203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6B1AA8E2-E5B1-40C7-979E-CDA114952B9B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怪物</a:t>
            </a:r>
            <a:r>
              <a:rPr lang="en-US" altLang="zh-TW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806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9CE123A5-9238-4E48-8F6F-B8DF8EDFD9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01" r="-1" b="35487"/>
          <a:stretch/>
        </p:blipFill>
        <p:spPr>
          <a:xfrm rot="20863537">
            <a:off x="2614209" y="1686743"/>
            <a:ext cx="2939303" cy="2253885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3074" name="Picture 2" descr="歐洲vintage中古黃銅面具掛件西洋舊物全銅材質，可以掛起來面具現在越來越少了，賣一藏品老貨收藏【二手】-2095 | Yahoo拍賣">
            <a:extLst>
              <a:ext uri="{FF2B5EF4-FFF2-40B4-BE49-F238E27FC236}">
                <a16:creationId xmlns:a16="http://schemas.microsoft.com/office/drawing/2014/main" id="{BA088252-B1BC-4C11-9F46-E798BD42B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0" t="2094" r="29324" b="7117"/>
          <a:stretch/>
        </p:blipFill>
        <p:spPr bwMode="auto">
          <a:xfrm>
            <a:off x="7441035" y="490876"/>
            <a:ext cx="1649099" cy="255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人眼球眼珠眼睛C4D模型- 菜鸟C4D">
            <a:extLst>
              <a:ext uri="{FF2B5EF4-FFF2-40B4-BE49-F238E27FC236}">
                <a16:creationId xmlns:a16="http://schemas.microsoft.com/office/drawing/2014/main" id="{3A238CED-5B65-46E0-8AF7-E4E2E10B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62" y="3856969"/>
            <a:ext cx="21526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慎入：徒手挖眼球是什么感觉？才没有电影里那么容易！_手机凤凰网">
            <a:extLst>
              <a:ext uri="{FF2B5EF4-FFF2-40B4-BE49-F238E27FC236}">
                <a16:creationId xmlns:a16="http://schemas.microsoft.com/office/drawing/2014/main" id="{87EE55D7-5A73-4554-91C4-D925DEBA0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8" t="57389" r="48777" b="11303"/>
          <a:stretch/>
        </p:blipFill>
        <p:spPr bwMode="auto">
          <a:xfrm>
            <a:off x="3691157" y="3940628"/>
            <a:ext cx="1266737" cy="89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54BAB1E-24B1-457B-89E3-727FD71ECAB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1" b="18395"/>
          <a:stretch/>
        </p:blipFill>
        <p:spPr>
          <a:xfrm>
            <a:off x="6014058" y="3213143"/>
            <a:ext cx="5915064" cy="3250213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1163F287-661E-4B3B-B4F4-38917EBB64FE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怪物</a:t>
            </a:r>
            <a:r>
              <a:rPr lang="en-US" altLang="zh-TW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951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3"/>
            <a:ext cx="10515600" cy="1325563"/>
          </a:xfrm>
        </p:spPr>
        <p:txBody>
          <a:bodyPr/>
          <a:lstStyle/>
          <a:p>
            <a:r>
              <a:rPr lang="zh-TW" altLang="en-US" dirty="0"/>
              <a:t>參考資料：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12"/>
            <a:ext cx="7064229" cy="2169588"/>
          </a:xfrm>
        </p:spPr>
        <p:txBody>
          <a:bodyPr/>
          <a:lstStyle/>
          <a:p>
            <a:r>
              <a:rPr lang="zh-TW" altLang="en-US" sz="2000" dirty="0"/>
              <a:t>亨利八世的婚姻故事</a:t>
            </a:r>
            <a:r>
              <a:rPr lang="en-US" altLang="zh-TW" sz="2000" dirty="0"/>
              <a:t>(</a:t>
            </a:r>
            <a:r>
              <a:rPr lang="zh-TW" altLang="en-US" sz="2000" dirty="0"/>
              <a:t>歷史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zh-TW" altLang="en-US" sz="1600" dirty="0"/>
              <a:t>純參考，不完全照真實歷史製作</a:t>
            </a:r>
            <a:endParaRPr lang="en-US" altLang="zh-TW" sz="1600" dirty="0"/>
          </a:p>
          <a:p>
            <a:r>
              <a:rPr lang="en-US" altLang="zh-TW" sz="2000" dirty="0"/>
              <a:t>REPO(</a:t>
            </a:r>
            <a:r>
              <a:rPr lang="zh-TW" altLang="en-US" sz="2000" dirty="0"/>
              <a:t>遊戲操作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宗教與</a:t>
            </a:r>
            <a:r>
              <a:rPr lang="en-US" altLang="zh-TW" sz="2000" dirty="0"/>
              <a:t>14</a:t>
            </a:r>
            <a:r>
              <a:rPr lang="zh-TW" altLang="en-US" sz="2000" dirty="0"/>
              <a:t>、</a:t>
            </a:r>
            <a:r>
              <a:rPr lang="en-US" altLang="zh-TW" sz="2000" dirty="0"/>
              <a:t>15</a:t>
            </a:r>
            <a:r>
              <a:rPr lang="zh-TW" altLang="en-US" sz="2000" dirty="0"/>
              <a:t>世紀獵巫相關資訊</a:t>
            </a:r>
            <a:endParaRPr lang="en-US" altLang="zh-TW" sz="2000" dirty="0"/>
          </a:p>
          <a:p>
            <a:r>
              <a:rPr lang="en-US" altLang="zh-TW" sz="2000" dirty="0"/>
              <a:t>《</a:t>
            </a:r>
            <a:r>
              <a:rPr lang="zh-TW" altLang="en-US" sz="2000" dirty="0"/>
              <a:t>絕命異次元</a:t>
            </a:r>
            <a:r>
              <a:rPr lang="en-US" altLang="zh-TW" sz="2000" dirty="0"/>
              <a:t>》(</a:t>
            </a:r>
            <a:r>
              <a:rPr lang="zh-TW" altLang="en-US" sz="2000" dirty="0"/>
              <a:t>遊戲美術</a:t>
            </a:r>
            <a:r>
              <a:rPr lang="en-US" altLang="zh-TW" sz="2000" dirty="0"/>
              <a:t>)</a:t>
            </a:r>
          </a:p>
          <a:p>
            <a:endParaRPr lang="zh-TW" altLang="en-US" dirty="0"/>
          </a:p>
        </p:txBody>
      </p:sp>
      <p:pic>
        <p:nvPicPr>
          <p:cNvPr id="3074" name="Picture 2" descr="絕命異次元》編劇所參與的新作據傳會在PS5 發表會上揭露| 遊戲基地| LINE TODAY">
            <a:extLst>
              <a:ext uri="{FF2B5EF4-FFF2-40B4-BE49-F238E27FC236}">
                <a16:creationId xmlns:a16="http://schemas.microsoft.com/office/drawing/2014/main" id="{0E790A8E-79E5-4F32-8DD9-606A13D5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59" y="4403414"/>
            <a:ext cx="3582127" cy="196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.E.P.O.">
            <a:extLst>
              <a:ext uri="{FF2B5EF4-FFF2-40B4-BE49-F238E27FC236}">
                <a16:creationId xmlns:a16="http://schemas.microsoft.com/office/drawing/2014/main" id="{4D2D2DEA-D9FA-4553-8E8B-A4657AD5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84" y="2795088"/>
            <a:ext cx="3084102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死亡拍卖”推驱魔套装和巫毒箱拍品恐怖诡异-新闻中心-温州网">
            <a:extLst>
              <a:ext uri="{FF2B5EF4-FFF2-40B4-BE49-F238E27FC236}">
                <a16:creationId xmlns:a16="http://schemas.microsoft.com/office/drawing/2014/main" id="{D785C19E-A243-4A53-B532-38309CA3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67325"/>
            <a:ext cx="2918417" cy="250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avoir | 亨利八世的古怪行徑可能來自橄欖球員型腦傷">
            <a:extLst>
              <a:ext uri="{FF2B5EF4-FFF2-40B4-BE49-F238E27FC236}">
                <a16:creationId xmlns:a16="http://schemas.microsoft.com/office/drawing/2014/main" id="{7349CEBD-60D6-4DF5-ADF8-C2BEFFDB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84" y="822733"/>
            <a:ext cx="3084102" cy="173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達人專欄] 中世紀的城堡- dano80441的創作- 巴哈姆特">
            <a:extLst>
              <a:ext uri="{FF2B5EF4-FFF2-40B4-BE49-F238E27FC236}">
                <a16:creationId xmlns:a16="http://schemas.microsoft.com/office/drawing/2014/main" id="{AD4E27B0-1CC4-4DD2-9E4E-B9605A315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853" y="3745981"/>
            <a:ext cx="3682301" cy="276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59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0E1AD-7C15-4251-B398-4454B683A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謝謝觀看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98C55F21-D4BB-4F52-84B3-6C121C54BD3A}"/>
              </a:ext>
            </a:extLst>
          </p:cNvPr>
          <p:cNvSpPr txBox="1">
            <a:spLocks/>
          </p:cNvSpPr>
          <p:nvPr/>
        </p:nvSpPr>
        <p:spPr>
          <a:xfrm rot="5400000">
            <a:off x="7478083" y="2731317"/>
            <a:ext cx="864069" cy="8906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6000" dirty="0"/>
              <a:t>:D</a:t>
            </a:r>
            <a:endParaRPr lang="zh-TW" altLang="en-US" sz="6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7E7154-D3F4-4B99-BF71-C24CAF3066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8344759" y="4230094"/>
            <a:ext cx="3311851" cy="22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7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258</Words>
  <Application>Microsoft Office PowerPoint</Application>
  <PresentationFormat>寬螢幕</PresentationFormat>
  <Paragraphs>29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新細明體</vt:lpstr>
      <vt:lpstr>Arial</vt:lpstr>
      <vt:lpstr>Calibri</vt:lpstr>
      <vt:lpstr>Calibri Light</vt:lpstr>
      <vt:lpstr>Office 佈景主題</vt:lpstr>
      <vt:lpstr>《黑玫瑰的詛咒》</vt:lpstr>
      <vt:lpstr>遊戲大綱：</vt:lpstr>
      <vt:lpstr>玩法介紹：</vt:lpstr>
      <vt:lpstr>流程圖：</vt:lpstr>
      <vt:lpstr>角色:</vt:lpstr>
      <vt:lpstr>怪物:</vt:lpstr>
      <vt:lpstr>PowerPoint 簡報</vt:lpstr>
      <vt:lpstr>PowerPoint 簡報</vt:lpstr>
      <vt:lpstr>參考資料：</vt:lpstr>
      <vt:lpstr>謝謝觀看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Yu</cp:lastModifiedBy>
  <cp:revision>56</cp:revision>
  <dcterms:created xsi:type="dcterms:W3CDTF">2025-09-23T01:30:55Z</dcterms:created>
  <dcterms:modified xsi:type="dcterms:W3CDTF">2025-11-03T19:14:24Z</dcterms:modified>
</cp:coreProperties>
</file>